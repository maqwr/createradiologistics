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365760"/>
            <a:ext cx="4389120" cy="4389120"/>
          </a:xfrm>
          <a:prstGeom prst="ellipse">
            <a:avLst/>
          </a:prstGeom>
          <a:solidFill>
            <a:srgbClr val="0E1A4A"/>
          </a:solidFill>
          <a:ln w="31750">
            <a:solidFill>
              <a:srgbClr val="1F3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914400"/>
            <a:ext cx="3291840" cy="3291840"/>
          </a:xfrm>
          <a:prstGeom prst="ellipse">
            <a:avLst/>
          </a:prstGeom>
          <a:solidFill>
            <a:srgbClr val="0E1A4A"/>
          </a:solidFill>
          <a:ln w="31750">
            <a:solidFill>
              <a:srgbClr val="1F3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463040"/>
            <a:ext cx="2194560" cy="2194560"/>
          </a:xfrm>
          <a:prstGeom prst="ellipse">
            <a:avLst/>
          </a:prstGeom>
          <a:solidFill>
            <a:srgbClr val="0E1A4A"/>
          </a:solidFill>
          <a:ln w="31750">
            <a:solidFill>
              <a:srgbClr val="1F3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194560"/>
            <a:ext cx="731520" cy="7315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40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Правознавство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0972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Особа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суспільства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D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Правовий статус особи в державі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Степаник Матвій, ІП-11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Хто така особа в праві?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Суб'єкт права — той, хто може мати права й обов'язки.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Фізична особа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Звичайна людина: ти, я, наші сім'ї. Це громадяни, іноземці та особи без громадянства.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Юридична особа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Організація, яка діє як одне ціле: школа, банк, компанія. У неї теж є права й обов'язки.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Держава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Теж учасник права. Видає закони, а ще сама підписує договори й відповідає за свої дії.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Правосуб'єктність: три здібності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здатність особи бути учасником правових відносин.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Правоздатність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мати права й обов'язки. З'являється з народження і триває все життя. Є в кожної людини.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Дієздатність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сам користуватися правами й виконувати обов'язки. Частково з 14 років, повністю з 18.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Деліктоздатність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нести відповідальність за порушення. Загалом з 16 років, за тяжкі злочини — з 14.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Громадянство: зв'язок особи з державою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Громадянин має найбільше прав і обов'язків перед державою.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Громадянин України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Має всі права, а ще особливі: голосувати, обирати владу, бути обраним. Держава захищає його, навіть за кордоном.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Іноземець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 громадянином іншої країни. Права людини в нього є, але голосувати на наших виборах не може.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 громадянства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є громадянином жодної країни. Права людини в нього теж є.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73152" cy="502920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6052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Громадянство найчастіше отримують за народженням. Позбавити громадянства України не можна (ст. 25).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Права, свободи й обов'язки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Правовий статус особи записаний у розділі II Конституції України.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Особисті права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Життя (ст. 27)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й безпека (ст. 29)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Недоторканність житла (ст. 30)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Таємниця листування (ст. 31)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Політичні й соціальні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Голосувати на виборах (ст. 70)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Мирні зібрання (ст. 39)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Освіта (ст. 53)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Праця й відпочинок (ст. 43, 45)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Обов'язки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Виконувати закони (ст. 68)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Платити податки (ст. 67)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Захищати Вітчизну (ст. 65)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Здобути повну середню освіту (ст. 53)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Особа і держава: взаємна відповідальність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Людина, її життя й безпека — найвища цінність (ст. 3).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робить держава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Видає закони й стежить за їх виконанням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Захищає права: суд, поліція, Уповноважений з прав людини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може довільно обмежувати права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Дає освіту й медичну допомогу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7373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Що робить особа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23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Знає свої права й обов'язки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Дотримується законів і поважає інших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Платить податки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 до суду, коли її права порушили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FBF"/>
          </a:solidFill>
          <a:ln w="12700">
            <a:solidFill>
              <a:srgbClr val="1F3F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Юридична відповідальність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Порушив закон — відповідаєш. Є чотири види.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4754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Степаник Матвій, ІП-11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Дякую за увагу!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Адміністративна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за дрібне порушення, наприклад перейшов дорогу на червоне. З 16 років.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73736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Кримінальна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Покарання за злочин. Найсуворіший вид. З 16 років, за тяжкі злочини — з 14.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Цивільна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Треба відшкодувати шкоду. Зламав чуже — заплати.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73736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DDE3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Дисциплінарна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42316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Догана чи звільнення за порушення правил на роботі або навчанні.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73152" cy="502920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8620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особа, яка знає свої права й обов'язки, захищена сама і не порушує прав інших.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Особа суспільства</dc:title>
  <dc:subject>PptxGenJS Presentation</dc:subject>
  <dc:creator>Степаник Матвій</dc:creator>
  <cp:lastModifiedBy>Степаник Матвій</cp:lastModifiedBy>
  <cp:revision>1</cp:revision>
  <dcterms:created xsi:type="dcterms:W3CDTF">2026-10-02T07:25:39Z</dcterms:created>
  <dcterms:modified xsi:type="dcterms:W3CDTF">2026-10-02T07:25:39Z</dcterms:modified>
</cp:coreProperties>
</file>